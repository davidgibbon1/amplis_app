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0" r:id="rId8"/>
  </p:sldMasterIdLst>
  <p:notesMasterIdLst>
    <p:notesMasterId r:id="rId10"/>
  </p:notesMasterIdLst>
  <p:handoutMasterIdLst>
    <p:handoutMasterId r:id="rId11"/>
  </p:handoutMasterIdLst>
  <p:sldIdLst>
    <p:sldId id="455" r:id="rId9"/>
  </p:sldIdLst>
  <p:sldSz cx="12192000" cy="6858000"/>
  <p:notesSz cx="7315200" cy="9601200"/>
  <p:custDataLst>
    <p:tags r:id="rId12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067"/>
    <a:srgbClr val="007986"/>
    <a:srgbClr val="0097A9"/>
    <a:srgbClr val="ED232D"/>
    <a:srgbClr val="F47B81"/>
    <a:srgbClr val="A11321"/>
    <a:srgbClr val="E51F30"/>
    <a:srgbClr val="005024"/>
    <a:srgbClr val="009A44"/>
    <a:srgbClr val="E61F3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799" autoAdjust="0"/>
  </p:normalViewPr>
  <p:slideViewPr>
    <p:cSldViewPr snapToGrid="0" showGuides="1">
      <p:cViewPr varScale="1">
        <p:scale>
          <a:sx n="127" d="100"/>
          <a:sy n="127" d="100"/>
        </p:scale>
        <p:origin x="57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91" d="100"/>
          <a:sy n="91" d="100"/>
        </p:scale>
        <p:origin x="1680" y="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3/27/25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3/27/25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DA2D2E21-4D6B-46BE-921A-30F4836858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5E5B075-898B-41DD-A664-E7ECFAF517A7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332396"/>
            <a:ext cx="4446269" cy="464044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2100" b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B80F05E4-6753-46C3-B025-5165A247D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1054937986" name="Rectangle 2" descr="{&quot;templafy&quot;:{&quot;id&quot;:&quot;41ce3fed-8b7f-4115-b575-3a06e22c19b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458788"/>
            <a:ext cx="2286000" cy="42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9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4933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28775"/>
            <a:ext cx="9277349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2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3851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/>
          <a:lstStyle>
            <a:lvl1pPr>
              <a:tabLst>
                <a:tab pos="6729413" algn="r"/>
              </a:tabLst>
              <a:defRPr>
                <a:latin typeface="+mn-lt"/>
              </a:defRPr>
            </a:lvl1pPr>
            <a:lvl2pPr>
              <a:tabLst>
                <a:tab pos="6729413" algn="r"/>
              </a:tabLst>
              <a:defRPr>
                <a:latin typeface="+mj-lt"/>
              </a:defRPr>
            </a:lvl2pPr>
            <a:lvl3pPr>
              <a:tabLst>
                <a:tab pos="6729413" algn="r"/>
              </a:tabLst>
              <a:defRPr>
                <a:latin typeface="+mn-lt"/>
              </a:defRPr>
            </a:lvl3pPr>
            <a:lvl4pPr>
              <a:tabLst>
                <a:tab pos="6729413" algn="r"/>
              </a:tabLst>
              <a:defRPr>
                <a:latin typeface="+mn-lt"/>
              </a:defRPr>
            </a:lvl4pPr>
            <a:lvl5pPr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34205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1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701801"/>
            <a:ext cx="6240000" cy="467995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>
                <a:latin typeface="+mn-lt"/>
              </a:defRPr>
            </a:lvl1pPr>
            <a:lvl2pPr>
              <a:tabLst>
                <a:tab pos="5029200" algn="r"/>
              </a:tabLst>
              <a:defRPr>
                <a:latin typeface="+mj-lt"/>
              </a:defRPr>
            </a:lvl2pPr>
            <a:lvl3pPr>
              <a:tabLst>
                <a:tab pos="5029200" algn="r"/>
              </a:tabLst>
              <a:defRPr>
                <a:latin typeface="+mn-lt"/>
              </a:defRPr>
            </a:lvl3pPr>
            <a:lvl4pPr>
              <a:tabLst>
                <a:tab pos="5029200" algn="r"/>
              </a:tabLst>
              <a:defRPr>
                <a:latin typeface="+mn-lt"/>
              </a:defRPr>
            </a:lvl4pPr>
            <a:lvl5pPr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53269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8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98777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15983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21543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700214"/>
            <a:ext cx="11188699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43370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65289"/>
            <a:ext cx="3562351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03184" y="2051999"/>
            <a:ext cx="3561616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03185" y="1665289"/>
            <a:ext cx="3561615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26397" y="2051999"/>
            <a:ext cx="3563953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26396" y="1659145"/>
            <a:ext cx="3563955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4501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20266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20266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60100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5305580" cy="47164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83999" y="1665289"/>
            <a:ext cx="5306351" cy="47164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88283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506988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1" y="2125013"/>
            <a:ext cx="5339063" cy="39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39064" cy="420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349968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869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700214"/>
            <a:ext cx="6240000" cy="4681537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0990890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2" y="651600"/>
            <a:ext cx="1118869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6163195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88700" cy="698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0049697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88700" cy="6985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504000" y="1707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4085" y="1700213"/>
            <a:ext cx="5475067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000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4085" y="4065173"/>
            <a:ext cx="547506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4000" y="1880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24085" y="1880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4000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24085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683483" y="1880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396560" y="1880213"/>
            <a:ext cx="3302592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683483" y="4256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396560" y="4256213"/>
            <a:ext cx="3302592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8103022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2"/>
            <a:ext cx="11188700" cy="6984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700214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700214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700214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63845374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693283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1857892"/>
            <a:ext cx="5466824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44156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2"/>
            <a:ext cx="11188700" cy="6984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63917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17" y="1857893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304101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1857892"/>
            <a:ext cx="5468941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54668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78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17" y="1857893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504000" y="4249682"/>
            <a:ext cx="5466824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246194" y="4249682"/>
            <a:ext cx="5452959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4001" y="4103518"/>
            <a:ext cx="546894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6194" y="4103518"/>
            <a:ext cx="5444716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54494" y="4255707"/>
            <a:ext cx="123938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24617" y="4249683"/>
            <a:ext cx="124416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975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63917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262576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4320000" y="1705968"/>
            <a:ext cx="355611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000" y="1700214"/>
            <a:ext cx="356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15300" y="1705968"/>
            <a:ext cx="358385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325712" y="1851441"/>
            <a:ext cx="3540577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4000" y="1851441"/>
            <a:ext cx="3560000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128000" y="1851441"/>
            <a:ext cx="3571153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C8CA3-D6CD-49A5-8845-80A9383FB46A}"/>
              </a:ext>
            </a:extLst>
          </p:cNvPr>
          <p:cNvSpPr/>
          <p:nvPr userDrawn="1"/>
        </p:nvSpPr>
        <p:spPr>
          <a:xfrm>
            <a:off x="3584576" y="1705968"/>
            <a:ext cx="2961478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7CC300-BB6E-411F-957E-6FC63CDD4501}"/>
              </a:ext>
            </a:extLst>
          </p:cNvPr>
          <p:cNvSpPr/>
          <p:nvPr userDrawn="1"/>
        </p:nvSpPr>
        <p:spPr>
          <a:xfrm>
            <a:off x="481755" y="1705968"/>
            <a:ext cx="2932534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E3A73F-DD0E-432C-9244-D7B4DA98A7E2}"/>
              </a:ext>
            </a:extLst>
          </p:cNvPr>
          <p:cNvSpPr/>
          <p:nvPr userDrawn="1"/>
        </p:nvSpPr>
        <p:spPr>
          <a:xfrm>
            <a:off x="6714983" y="1705968"/>
            <a:ext cx="291769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82750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70518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5033326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8426754D-860A-4690-AA4D-283D51C0E03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19476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2" y="1705668"/>
            <a:ext cx="9163049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9000"/>
            <a:ext cx="916305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1" y="2054581"/>
            <a:ext cx="916495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1" y="1659816"/>
            <a:ext cx="9164950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1" y="5982790"/>
            <a:ext cx="916495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1" y="736688"/>
            <a:ext cx="916495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1" y="402587"/>
            <a:ext cx="916495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5154612" y="2125013"/>
            <a:ext cx="4478338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5154613" y="1644503"/>
            <a:ext cx="447833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1" y="2125013"/>
            <a:ext cx="449103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9" y="1655763"/>
            <a:ext cx="449103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1" y="5982790"/>
            <a:ext cx="9164949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B3F00BF-32E2-463B-BBB3-45BDE2784C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1" y="736688"/>
            <a:ext cx="916495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F4C9AB7-2696-4DA3-885C-77D93513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1" y="402587"/>
            <a:ext cx="916495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69900" y="1703863"/>
            <a:ext cx="4491038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4491038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5141914" y="1703863"/>
            <a:ext cx="4491038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5141914" y="4065173"/>
            <a:ext cx="4491038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 userDrawn="1">
            <p:ph type="pic" sz="quarter" idx="25"/>
          </p:nvPr>
        </p:nvSpPr>
        <p:spPr>
          <a:xfrm>
            <a:off x="481597" y="1867018"/>
            <a:ext cx="1364665" cy="10258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Picture Placeholder 11"/>
          <p:cNvSpPr>
            <a:spLocks noGrp="1"/>
          </p:cNvSpPr>
          <p:nvPr userDrawn="1">
            <p:ph type="pic" sz="quarter" idx="27"/>
          </p:nvPr>
        </p:nvSpPr>
        <p:spPr>
          <a:xfrm>
            <a:off x="5153610" y="1867018"/>
            <a:ext cx="1364665" cy="1025821"/>
          </a:xfrm>
        </p:spPr>
        <p:txBody>
          <a:bodyPr/>
          <a:lstStyle>
            <a:lvl1pPr algn="ctr">
              <a:defRPr lang="en-US" noProof="0" dirty="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icture Placeholder 11"/>
          <p:cNvSpPr>
            <a:spLocks noGrp="1"/>
          </p:cNvSpPr>
          <p:nvPr userDrawn="1">
            <p:ph type="pic" sz="quarter" idx="29"/>
          </p:nvPr>
        </p:nvSpPr>
        <p:spPr>
          <a:xfrm>
            <a:off x="481597" y="4243017"/>
            <a:ext cx="1364665" cy="10258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11"/>
          <p:cNvSpPr>
            <a:spLocks noGrp="1"/>
          </p:cNvSpPr>
          <p:nvPr userDrawn="1">
            <p:ph type="pic" sz="quarter" idx="31"/>
          </p:nvPr>
        </p:nvSpPr>
        <p:spPr>
          <a:xfrm>
            <a:off x="5153610" y="4243017"/>
            <a:ext cx="1364665" cy="1025821"/>
          </a:xfrm>
        </p:spPr>
        <p:txBody>
          <a:bodyPr/>
          <a:lstStyle>
            <a:lvl1pPr algn="ctr">
              <a:defRPr lang="en-US" noProof="0" dirty="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 userDrawn="1">
            <p:ph type="body" sz="quarter" idx="32"/>
          </p:nvPr>
        </p:nvSpPr>
        <p:spPr>
          <a:xfrm>
            <a:off x="2041945" y="1867018"/>
            <a:ext cx="2918993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 userDrawn="1">
            <p:ph type="body" sz="quarter" idx="33"/>
          </p:nvPr>
        </p:nvSpPr>
        <p:spPr>
          <a:xfrm>
            <a:off x="6711951" y="1867018"/>
            <a:ext cx="2920999" cy="1944000"/>
          </a:xfrm>
        </p:spPr>
        <p:txBody>
          <a:bodyPr/>
          <a:lstStyle>
            <a:lvl1pPr>
              <a:spcAft>
                <a:spcPts val="0"/>
              </a:spcAft>
              <a:defRPr lang="en-US" noProof="0" dirty="0" smtClean="0"/>
            </a:lvl1pPr>
            <a:lvl2pPr>
              <a:spcAft>
                <a:spcPts val="0"/>
              </a:spcAft>
              <a:defRPr lang="en-US" noProof="0" dirty="0" smtClean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 userDrawn="1">
            <p:ph type="body" sz="quarter" idx="34"/>
          </p:nvPr>
        </p:nvSpPr>
        <p:spPr>
          <a:xfrm>
            <a:off x="2041945" y="4243017"/>
            <a:ext cx="2918993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 userDrawn="1">
            <p:ph type="body" sz="quarter" idx="35"/>
          </p:nvPr>
        </p:nvSpPr>
        <p:spPr>
          <a:xfrm>
            <a:off x="6711951" y="4243017"/>
            <a:ext cx="2920999" cy="1944000"/>
          </a:xfrm>
        </p:spPr>
        <p:txBody>
          <a:bodyPr/>
          <a:lstStyle>
            <a:lvl1pPr>
              <a:spcAft>
                <a:spcPts val="0"/>
              </a:spcAft>
              <a:defRPr lang="en-US" noProof="0" smtClean="0"/>
            </a:lvl1pPr>
            <a:lvl2pPr>
              <a:spcAft>
                <a:spcPts val="0"/>
              </a:spcAft>
              <a:defRPr lang="en-US" noProof="0" smtClean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DA70759-58EB-4825-B044-EBCBD6619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916495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FA415A28-6F35-40DF-BD29-BB04761B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916495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3584634" y="1851441"/>
            <a:ext cx="2933641" cy="3845755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235194" indent="-235194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200" kern="1200" baseline="0" noProof="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475188" indent="-235194">
              <a:spcBef>
                <a:spcPts val="600"/>
              </a:spcBef>
              <a:spcAft>
                <a:spcPts val="600"/>
              </a:spcAft>
              <a:defRPr lang="en-US" sz="1200" kern="1200" baseline="0" noProof="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81229" y="1851441"/>
            <a:ext cx="2922371" cy="3845755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/>
            </a:lvl3pPr>
            <a:lvl4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360000" indent="-180000">
              <a:spcBef>
                <a:spcPts val="600"/>
              </a:spcBef>
              <a:spcAft>
                <a:spcPts val="600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18313" y="1851441"/>
            <a:ext cx="2914638" cy="3845755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/>
            </a:lvl3pPr>
            <a:lvl4pPr marL="235194" indent="-235194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5188" indent="-235194">
              <a:spcBef>
                <a:spcPts val="600"/>
              </a:spcBef>
              <a:spcAft>
                <a:spcPts val="600"/>
              </a:spcAft>
              <a:defRPr lang="en-US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584576" y="1705968"/>
            <a:ext cx="2961478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81755" y="1705968"/>
            <a:ext cx="2932534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714983" y="1705968"/>
            <a:ext cx="291769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4B491F8-4EE2-438D-905E-B38E8DF418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916495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5CF7330-FE20-41F0-844B-AEA0D9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916495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2920" y="2386260"/>
            <a:ext cx="2142149" cy="3734280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/>
            </a:lvl3pPr>
            <a:lvl4pPr marL="180000" indent="-1800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360000" indent="-180000">
              <a:spcBef>
                <a:spcPts val="600"/>
              </a:spcBef>
              <a:spcAft>
                <a:spcPts val="600"/>
              </a:spcAft>
              <a:defRPr baseline="0"/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7503501" y="2386260"/>
            <a:ext cx="2142149" cy="3734280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/>
            </a:lvl3pPr>
            <a:lvl4pPr marL="235194" indent="-235194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5188" indent="-235194">
              <a:spcBef>
                <a:spcPts val="600"/>
              </a:spcBef>
              <a:spcAft>
                <a:spcPts val="600"/>
              </a:spcAft>
              <a:defRPr lang="en-US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826572" y="2386260"/>
            <a:ext cx="2142149" cy="3734280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/>
            </a:lvl3pPr>
            <a:lvl4pPr marL="235194" indent="-235194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200" kern="1200" baseline="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5188" indent="-235194">
              <a:spcBef>
                <a:spcPts val="600"/>
              </a:spcBef>
              <a:spcAft>
                <a:spcPts val="600"/>
              </a:spcAft>
              <a:defRPr lang="en-US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5165036" y="2386260"/>
            <a:ext cx="2142149" cy="3734280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/>
            </a:lvl3pPr>
            <a:lvl4pPr marL="235194" indent="-235194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5188" indent="-235194">
              <a:spcBef>
                <a:spcPts val="600"/>
              </a:spcBef>
              <a:spcAft>
                <a:spcPts val="600"/>
              </a:spcAft>
              <a:defRPr lang="en-US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62F5BCC-1B18-49BA-B4A6-BDBAB6C69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49224"/>
            <a:ext cx="916495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49956BD-141E-4578-9D81-DEDB7DDF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916495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53C5A82-00B7-B3EE-F427-3161ABFF54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2779334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404" imgH="405" progId="TCLayout.ActiveDocument.1">
                  <p:embed/>
                </p:oleObj>
              </mc:Choice>
              <mc:Fallback>
                <p:oleObj name="think-cell Slide" r:id="rId3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3C5A82-00B7-B3EE-F427-3161ABFF54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5" name="Rectangle 24">
            <a:hlinkClick r:id="" action="ppaction://noaction"/>
            <a:extLst>
              <a:ext uri="{FF2B5EF4-FFF2-40B4-BE49-F238E27FC236}">
                <a16:creationId xmlns:a16="http://schemas.microsoft.com/office/drawing/2014/main" id="{BD2E7770-AE44-4C34-BB4C-B250037F31F2}"/>
              </a:ext>
            </a:extLst>
          </p:cNvPr>
          <p:cNvSpPr/>
          <p:nvPr userDrawn="1"/>
        </p:nvSpPr>
        <p:spPr bwMode="gray">
          <a:xfrm>
            <a:off x="11287631" y="1017588"/>
            <a:ext cx="712282" cy="4763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hlinkClick r:id="" action="ppaction://noaction"/>
            <a:extLst>
              <a:ext uri="{FF2B5EF4-FFF2-40B4-BE49-F238E27FC236}">
                <a16:creationId xmlns:a16="http://schemas.microsoft.com/office/drawing/2014/main" id="{7C67449F-AF8F-4AEA-A2B8-B6AC18720D9F}"/>
              </a:ext>
            </a:extLst>
          </p:cNvPr>
          <p:cNvSpPr/>
          <p:nvPr userDrawn="1"/>
        </p:nvSpPr>
        <p:spPr bwMode="gray">
          <a:xfrm>
            <a:off x="11287631" y="1618249"/>
            <a:ext cx="712282" cy="4763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hlinkClick r:id="" action="ppaction://noaction"/>
            <a:extLst>
              <a:ext uri="{FF2B5EF4-FFF2-40B4-BE49-F238E27FC236}">
                <a16:creationId xmlns:a16="http://schemas.microsoft.com/office/drawing/2014/main" id="{8F8248DC-0550-496B-8019-234B8555E594}"/>
              </a:ext>
            </a:extLst>
          </p:cNvPr>
          <p:cNvSpPr/>
          <p:nvPr userDrawn="1"/>
        </p:nvSpPr>
        <p:spPr bwMode="gray">
          <a:xfrm>
            <a:off x="11287631" y="2198729"/>
            <a:ext cx="712282" cy="4763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hlinkClick r:id="" action="ppaction://noaction"/>
            <a:extLst>
              <a:ext uri="{FF2B5EF4-FFF2-40B4-BE49-F238E27FC236}">
                <a16:creationId xmlns:a16="http://schemas.microsoft.com/office/drawing/2014/main" id="{CE4F2AAE-7F85-4407-90F7-92DD7E2EEB47}"/>
              </a:ext>
            </a:extLst>
          </p:cNvPr>
          <p:cNvSpPr/>
          <p:nvPr userDrawn="1"/>
        </p:nvSpPr>
        <p:spPr bwMode="gray">
          <a:xfrm>
            <a:off x="11287631" y="2812509"/>
            <a:ext cx="712282" cy="47635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D9C00-546B-3371-7D86-1126DC9B2927}"/>
              </a:ext>
            </a:extLst>
          </p:cNvPr>
          <p:cNvSpPr txBox="1"/>
          <p:nvPr userDrawn="1"/>
        </p:nvSpPr>
        <p:spPr>
          <a:xfrm>
            <a:off x="11290300" y="6436668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C58DF478-B544-4ED8-9ED4-6A2648E2D233}" type="slidenum">
              <a:rPr lang="en-US" sz="800" b="0" noProof="0" smtClean="0">
                <a:solidFill>
                  <a:schemeClr val="tx1"/>
                </a:solidFill>
              </a:rPr>
              <a:pPr algn="r"/>
              <a:t>‹#›</a:t>
            </a:fld>
            <a:endParaRPr lang="en-AU" sz="800" dirty="0"/>
          </a:p>
        </p:txBody>
      </p:sp>
    </p:spTree>
    <p:extLst>
      <p:ext uri="{BB962C8B-B14F-4D97-AF65-F5344CB8AC3E}">
        <p14:creationId xmlns:p14="http://schemas.microsoft.com/office/powerpoint/2010/main" val="11299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44" r:id="rId2"/>
    <p:sldLayoutId id="2147484145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  <p:sldLayoutId id="2147484155" r:id="rId12"/>
    <p:sldLayoutId id="2147484156" r:id="rId13"/>
    <p:sldLayoutId id="2147484157" r:id="rId14"/>
    <p:sldLayoutId id="2147484158" r:id="rId15"/>
    <p:sldLayoutId id="2147484159" r:id="rId16"/>
    <p:sldLayoutId id="2147484160" r:id="rId17"/>
    <p:sldLayoutId id="2147484161" r:id="rId18"/>
    <p:sldLayoutId id="2147484162" r:id="rId19"/>
    <p:sldLayoutId id="2147484163" r:id="rId20"/>
    <p:sldLayoutId id="2147484164" r:id="rId21"/>
    <p:sldLayoutId id="2147484165" r:id="rId22"/>
    <p:sldLayoutId id="2147484166" r:id="rId23"/>
    <p:sldLayoutId id="2147484167" r:id="rId24"/>
    <p:sldLayoutId id="2147484168" r:id="rId25"/>
    <p:sldLayoutId id="2147483713" r:id="rId26"/>
    <p:sldLayoutId id="2147483699" r:id="rId27"/>
    <p:sldLayoutId id="2147483717" r:id="rId28"/>
    <p:sldLayoutId id="2147483721" r:id="rId29"/>
    <p:sldLayoutId id="2147483725" r:id="rId30"/>
    <p:sldLayoutId id="2147483726" r:id="rId31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0" indent="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300" b="1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17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532800" indent="-1764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4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237">
          <p15:clr>
            <a:srgbClr val="F26B43"/>
          </p15:clr>
        </p15:guide>
        <p15:guide id="5" pos="5523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10" pos="3721">
          <p15:clr>
            <a:srgbClr val="F26B43"/>
          </p15:clr>
        </p15:guide>
        <p15:guide id="11" orient="horz" pos="236">
          <p15:clr>
            <a:srgbClr val="F26B43"/>
          </p15:clr>
        </p15:guide>
        <p15:guide id="12" pos="1022">
          <p15:clr>
            <a:srgbClr val="F26B43"/>
          </p15:clr>
        </p15:guide>
        <p15:guide id="13" pos="1137">
          <p15:clr>
            <a:srgbClr val="F26B43"/>
          </p15:clr>
        </p15:guide>
        <p15:guide id="14" pos="1920">
          <p15:clr>
            <a:srgbClr val="F26B43"/>
          </p15:clr>
        </p15:guide>
        <p15:guide id="15" pos="2033">
          <p15:clr>
            <a:srgbClr val="F26B43"/>
          </p15:clr>
        </p15:guide>
        <p15:guide id="16" pos="4620">
          <p15:clr>
            <a:srgbClr val="F26B43"/>
          </p15:clr>
        </p15:guide>
        <p15:guide id="17" pos="2823">
          <p15:clr>
            <a:srgbClr val="F26B43"/>
          </p15:clr>
        </p15:guide>
        <p15:guide id="18" pos="2937">
          <p15:clr>
            <a:srgbClr val="F26B43"/>
          </p15:clr>
        </p15:guide>
        <p15:guide id="19" pos="2880">
          <p15:clr>
            <a:srgbClr val="F26B43"/>
          </p15:clr>
        </p15:guide>
        <p15:guide id="20" pos="4734">
          <p15:clr>
            <a:srgbClr val="F26B43"/>
          </p15:clr>
        </p15:guide>
        <p15:guide id="22" orient="horz" pos="640">
          <p15:clr>
            <a:srgbClr val="F26B43"/>
          </p15:clr>
        </p15:guide>
        <p15:guide id="23" pos="4220" userDrawn="1">
          <p15:clr>
            <a:srgbClr val="A4A3A4"/>
          </p15:clr>
        </p15:guide>
        <p15:guide id="24" orient="horz" pos="2160" userDrawn="1">
          <p15:clr>
            <a:srgbClr val="A4A3A4"/>
          </p15:clr>
        </p15:guide>
        <p15:guide id="25" orient="horz" pos="3968" userDrawn="1">
          <p15:clr>
            <a:srgbClr val="A4A3A4"/>
          </p15:clr>
        </p15:guide>
        <p15:guide id="26" pos="296" userDrawn="1">
          <p15:clr>
            <a:srgbClr val="A4A3A4"/>
          </p15:clr>
        </p15:guide>
        <p15:guide id="27" pos="6068" userDrawn="1">
          <p15:clr>
            <a:srgbClr val="A4A3A4"/>
          </p15:clr>
        </p15:guide>
        <p15:guide id="28" orient="horz" pos="1071" userDrawn="1">
          <p15:clr>
            <a:srgbClr val="A4A3A4"/>
          </p15:clr>
        </p15:guide>
        <p15:guide id="29" orient="horz" pos="245" userDrawn="1">
          <p15:clr>
            <a:srgbClr val="A4A3A4"/>
          </p15:clr>
        </p15:guide>
        <p15:guide id="30" orient="horz" pos="4081" userDrawn="1">
          <p15:clr>
            <a:srgbClr val="A4A3A4"/>
          </p15:clr>
        </p15:guide>
        <p15:guide id="31" pos="4106" userDrawn="1">
          <p15:clr>
            <a:srgbClr val="A4A3A4"/>
          </p15:clr>
        </p15:guide>
        <p15:guide id="32" pos="1163" userDrawn="1">
          <p15:clr>
            <a:srgbClr val="A4A3A4"/>
          </p15:clr>
        </p15:guide>
        <p15:guide id="33" pos="1277" userDrawn="1">
          <p15:clr>
            <a:srgbClr val="A4A3A4"/>
          </p15:clr>
        </p15:guide>
        <p15:guide id="34" pos="2144" userDrawn="1">
          <p15:clr>
            <a:srgbClr val="A4A3A4"/>
          </p15:clr>
        </p15:guide>
        <p15:guide id="35" pos="2258" userDrawn="1">
          <p15:clr>
            <a:srgbClr val="A4A3A4"/>
          </p15:clr>
        </p15:guide>
        <p15:guide id="36" pos="5087" userDrawn="1">
          <p15:clr>
            <a:srgbClr val="A4A3A4"/>
          </p15:clr>
        </p15:guide>
        <p15:guide id="37" pos="3125" userDrawn="1">
          <p15:clr>
            <a:srgbClr val="A4A3A4"/>
          </p15:clr>
        </p15:guide>
        <p15:guide id="38" pos="3182" userDrawn="1">
          <p15:clr>
            <a:srgbClr val="A4A3A4"/>
          </p15:clr>
        </p15:guide>
        <p15:guide id="39" pos="3239" userDrawn="1">
          <p15:clr>
            <a:srgbClr val="A4A3A4"/>
          </p15:clr>
        </p15:guide>
        <p15:guide id="40" pos="5201" userDrawn="1">
          <p15:clr>
            <a:srgbClr val="A4A3A4"/>
          </p15:clr>
        </p15:guide>
        <p15:guide id="41" orient="horz" pos="1049" userDrawn="1">
          <p15:clr>
            <a:srgbClr val="A4A3A4"/>
          </p15:clr>
        </p15:guide>
        <p15:guide id="42" orient="horz" pos="641" userDrawn="1">
          <p15:clr>
            <a:srgbClr val="A4A3A4"/>
          </p15:clr>
        </p15:guide>
        <p15:guide id="43" orient="horz" pos="288" userDrawn="1">
          <p15:clr>
            <a:srgbClr val="A4A3A4"/>
          </p15:clr>
        </p15:guide>
        <p15:guide id="44" pos="7559" userDrawn="1">
          <p15:clr>
            <a:srgbClr val="A4A3A4"/>
          </p15:clr>
        </p15:guide>
        <p15:guide id="45" pos="6365" userDrawn="1">
          <p15:clr>
            <a:srgbClr val="A4A3A4"/>
          </p15:clr>
        </p15:guide>
        <p15:guide id="46" pos="6471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oleObject" Target="../embeddings/oleObject2.bin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1" Type="http://schemas.openxmlformats.org/officeDocument/2006/relationships/customXml" Target="../../customXml/item5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image" Target="../media/image1.e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customXml" Target="../../customXml/item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image" Target="../media/image3.png"/><Relationship Id="rId61" Type="http://schemas.openxmlformats.org/officeDocument/2006/relationships/tags" Target="../tags/tag61.xml"/><Relationship Id="rId82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think-cell data - do not delete" hidden="1">
            <a:extLst>
              <a:ext uri="{FF2B5EF4-FFF2-40B4-BE49-F238E27FC236}">
                <a16:creationId xmlns:a16="http://schemas.microsoft.com/office/drawing/2014/main" id="{70C60F4A-75BE-C4B2-B164-ED6F1B56CCD8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05425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5" imgW="404" imgH="405" progId="TCLayout.ActiveDocument.1">
                  <p:embed/>
                </p:oleObj>
              </mc:Choice>
              <mc:Fallback>
                <p:oleObj name="think-cell Slide" r:id="rId85" imgW="404" imgH="405" progId="TCLayout.ActiveDocument.1">
                  <p:embed/>
                  <p:pic>
                    <p:nvPicPr>
                      <p:cNvPr id="1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C60F4A-75BE-C4B2-B164-ED6F1B56CC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5" name="Rectangle 574">
            <a:extLst>
              <a:ext uri="{FF2B5EF4-FFF2-40B4-BE49-F238E27FC236}">
                <a16:creationId xmlns:a16="http://schemas.microsoft.com/office/drawing/2014/main" id="{9552E27C-6694-A74C-91D0-AE76F8D6096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230313" y="1003300"/>
            <a:ext cx="10072688" cy="5016500"/>
          </a:xfrm>
          <a:prstGeom prst="rect">
            <a:avLst/>
          </a:prstGeom>
          <a:solidFill>
            <a:srgbClr val="E9EDF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2C8677A4-5527-52C9-14B9-482B3596ABF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49999" y="1003300"/>
            <a:ext cx="560388" cy="5016500"/>
          </a:xfrm>
          <a:prstGeom prst="rect">
            <a:avLst/>
          </a:prstGeom>
          <a:solidFill>
            <a:schemeClr val="bg2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6CF27C9F-D36C-D4CF-A7CB-20FDC32BAD04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995613" y="542925"/>
            <a:ext cx="2316163" cy="230188"/>
          </a:xfrm>
          <a:prstGeom prst="rect">
            <a:avLst/>
          </a:prstGeom>
          <a:solidFill>
            <a:srgbClr val="E51F3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555988B-C908-4D54-84FE-B2EBBA4AEB4D}" type="datetime'''''''''''''M''''''''''''a''''''''''''''''r'''''''''">
              <a:rPr lang="en-AU" altLang="en-US" sz="1200" b="1" smtClean="0">
                <a:solidFill>
                  <a:schemeClr val="bg1"/>
                </a:solidFill>
                <a:effectLst/>
              </a:rPr>
              <a:pPr/>
              <a:t>Mar</a:t>
            </a:fld>
            <a:endParaRPr lang="en-AU" sz="1200" b="1">
              <a:solidFill>
                <a:schemeClr val="bg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702102F2-6691-2C30-4583-815FBB6C8DFD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311775" y="542925"/>
            <a:ext cx="2397125" cy="230188"/>
          </a:xfrm>
          <a:prstGeom prst="rect">
            <a:avLst/>
          </a:prstGeom>
          <a:solidFill>
            <a:srgbClr val="E51F3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76BBE20-DEF7-4846-A722-0CFEC4D37B88}" type="datetime'''''''''''''''''''''''''''''''''''''''''A''''p''''r'''''''''">
              <a:rPr lang="en-AU" altLang="en-US" sz="1200" b="1" smtClean="0">
                <a:solidFill>
                  <a:schemeClr val="bg1"/>
                </a:solidFill>
                <a:effectLst/>
              </a:rPr>
              <a:pPr/>
              <a:t>Apr</a:t>
            </a:fld>
            <a:endParaRPr lang="en-AU" sz="1200" b="1">
              <a:solidFill>
                <a:schemeClr val="bg1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3ADC8058-9A33-8DF8-3B7C-0C7B0B8D337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708900" y="542925"/>
            <a:ext cx="2476500" cy="230188"/>
          </a:xfrm>
          <a:prstGeom prst="rect">
            <a:avLst/>
          </a:prstGeom>
          <a:solidFill>
            <a:srgbClr val="E51F3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8289E54-F30A-44CF-A3D1-53A68211A5BE}" type="datetime'''M''''''''a''''''''''''''''''''''''''''''y'''''''''">
              <a:rPr lang="en-AU" altLang="en-US" sz="1200" b="1" smtClean="0">
                <a:solidFill>
                  <a:schemeClr val="bg1"/>
                </a:solidFill>
                <a:effectLst/>
              </a:rPr>
              <a:pPr/>
              <a:t>May</a:t>
            </a:fld>
            <a:endParaRPr lang="en-AU" sz="1200" b="1">
              <a:solidFill>
                <a:schemeClr val="bg1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EFD867C9-60C2-283E-B5D3-437D12525CF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85400" y="542925"/>
            <a:ext cx="1117600" cy="230188"/>
          </a:xfrm>
          <a:prstGeom prst="rect">
            <a:avLst/>
          </a:prstGeom>
          <a:solidFill>
            <a:srgbClr val="E51F3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9DECA44-FFEB-4EB0-8193-9C6E4E74571A}" type="datetime'''''''J''''''''''u''''''''n'">
              <a:rPr lang="en-AU" altLang="en-US" sz="1200" b="1" smtClean="0">
                <a:solidFill>
                  <a:schemeClr val="bg1"/>
                </a:solidFill>
                <a:effectLst/>
              </a:rPr>
              <a:pPr/>
              <a:t>Jun</a:t>
            </a:fld>
            <a:endParaRPr lang="en-AU" sz="1200" b="1">
              <a:solidFill>
                <a:schemeClr val="bg1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C083DAC6-6324-952D-B587-B435A4FED20B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2995612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D0075578-C517-2BDF-AA34-BD5B1AB3D91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3554412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46638C45-8A0F-CB44-BDC9-E598F4ACCB9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4113212" y="773113"/>
            <a:ext cx="560388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5585EBBF-84AE-BF04-38E4-BE642C260106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673599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4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607B6991-E1FE-2384-1464-42DFD6E80F3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5232399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5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AA121596-18E0-3AEE-44FD-737AF119D97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5791199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6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8EF79A92-59D8-9A97-CADE-A60FEEB0ADE5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6349999" y="773113"/>
            <a:ext cx="560388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DE79B8EC-4BD6-965A-D0BA-49666FB288B0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910387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7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AFB2560C-9973-D828-6A39-8079FD98718B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7469187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8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FE866717-453F-FF9B-9F75-9845013DD683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027987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9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599799B2-605F-FE8F-850F-BC987AA851E7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586787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10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C2C58CBD-DA86-04D0-2840-F44614218B4B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9145587" y="773113"/>
            <a:ext cx="560388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11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4432C08E-3B99-DF97-3112-4ACA78C0D254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9705974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AU" altLang="en-US" sz="1200" b="1" dirty="0">
                <a:solidFill>
                  <a:schemeClr val="bg1"/>
                </a:solidFill>
                <a:effectLst/>
              </a:rPr>
              <a:t>12</a:t>
            </a: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2EAE6C83-3673-BCC6-6045-D0E4F4AE800C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10264774" y="773113"/>
            <a:ext cx="558800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AU" sz="1200" b="1" dirty="0">
              <a:solidFill>
                <a:schemeClr val="bg1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C37833BF-CABE-E189-A0C3-E1B67AA7C13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10823575" y="773113"/>
            <a:ext cx="479425" cy="230188"/>
          </a:xfrm>
          <a:prstGeom prst="rect">
            <a:avLst/>
          </a:prstGeom>
          <a:solidFill>
            <a:srgbClr val="041E4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23813" rIns="0" bIns="23813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AU" sz="1200" b="1" dirty="0">
              <a:solidFill>
                <a:schemeClr val="bg1"/>
              </a:solidFill>
            </a:endParaRPr>
          </a:p>
        </p:txBody>
      </p: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9FD21DC4-0708-CD4C-40AA-28A67466B06A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10185400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8A8EBB83-2969-4CC9-3112-48A939BCDD42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7708900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00AB8F79-6C1B-E32D-CCA6-890F4406F953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5311775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257421EA-2009-8F98-63FA-47E67A68624A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 bwMode="auto">
          <a:xfrm>
            <a:off x="1230313" y="1003300"/>
            <a:ext cx="0" cy="50165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F2616055-7E0B-D55C-A27C-3068C2A2E511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11303000" y="1003300"/>
            <a:ext cx="0" cy="50165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8" name="Straight Connector 597">
            <a:extLst>
              <a:ext uri="{FF2B5EF4-FFF2-40B4-BE49-F238E27FC236}">
                <a16:creationId xmlns:a16="http://schemas.microsoft.com/office/drawing/2014/main" id="{27A7CE9D-458A-047C-EA47-BA0C539787A9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2995613" y="1003300"/>
            <a:ext cx="0" cy="50165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22BD120C-3DE4-5B7B-9B7A-1BEBB567FA31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3554413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A5CE57AF-5651-5D81-E363-80E80752AEF5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4113213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8F147D2A-6ACF-E878-54C5-04E2C2F83364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4673600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AAEF43AF-7A3B-BC8C-81B5-C82769C037F0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5232400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BCC0D39B-F8EF-CD47-4F50-D05E12C30552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5791200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C3A52219-D9E1-B875-0A2B-E83A91D9F5E4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6350000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DD566B4C-F377-60C1-C07F-66A95C85EB52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6910388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360F1443-C4C5-8801-9D10-4B3818DA0107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7469188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EBFD2B13-0A7F-59FD-C4F7-0C1538CEC894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8027988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0589CF73-CBAF-E3C7-106E-80CCC9086793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8586788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AD6CCF61-1E55-4F93-2027-B673AD4C194F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9145588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51C672D7-77A0-11BD-AD26-F4D279B815B5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9705975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64888B22-2F40-0114-7357-272B5852B621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>
            <a:off x="10823575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85970B5A-13B7-A41E-1B5E-68D3DA18DDFC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10264775" y="1003300"/>
            <a:ext cx="0" cy="50165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D293EA7D-34AC-840B-84C5-6B6EDA5A3531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1230313" y="2674938"/>
            <a:ext cx="100726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C254E057-A5AA-C984-D6BE-4AE5CD9FB068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230313" y="4348163"/>
            <a:ext cx="100726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A78D5BE9-1100-5C32-25F3-50DF7E101328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1230313" y="6019800"/>
            <a:ext cx="1007268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20172924-2BB6-1BD4-1FB0-20809A461828}"/>
              </a:ext>
            </a:extLst>
          </p:cNvPr>
          <p:cNvCxnSpPr/>
          <p:nvPr>
            <p:custDataLst>
              <p:tags r:id="rId48"/>
            </p:custDataLst>
          </p:nvPr>
        </p:nvCxnSpPr>
        <p:spPr bwMode="auto">
          <a:xfrm>
            <a:off x="1230313" y="1003300"/>
            <a:ext cx="1007268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8" name="Rectangle 617">
            <a:extLst>
              <a:ext uri="{FF2B5EF4-FFF2-40B4-BE49-F238E27FC236}">
                <a16:creationId xmlns:a16="http://schemas.microsoft.com/office/drawing/2014/main" id="{3951210B-F055-C972-EAE7-DC289B91B251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54412" y="2830513"/>
            <a:ext cx="958850" cy="98425"/>
          </a:xfrm>
          <a:prstGeom prst="rect">
            <a:avLst/>
          </a:prstGeom>
          <a:solidFill>
            <a:srgbClr val="F47B81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96C64367-6699-85D1-4E00-D71088D7AAAF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910387" y="4816475"/>
            <a:ext cx="3194050" cy="98425"/>
          </a:xfrm>
          <a:prstGeom prst="rect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65D5761E-03C8-56A8-EA8C-CF29A99E2EA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8027987" y="4503738"/>
            <a:ext cx="2076450" cy="98425"/>
          </a:xfrm>
          <a:prstGeom prst="rect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1979C3DC-E27F-6CAF-8AFE-6B3635679336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6910388" y="3459163"/>
            <a:ext cx="957263" cy="98425"/>
          </a:xfrm>
          <a:prstGeom prst="rect">
            <a:avLst/>
          </a:prstGeom>
          <a:solidFill>
            <a:srgbClr val="E51F3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1A8669B5-D194-D506-6FA4-2779A6CD6156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4673599" y="3459163"/>
            <a:ext cx="1676400" cy="98425"/>
          </a:xfrm>
          <a:prstGeom prst="rect">
            <a:avLst/>
          </a:prstGeom>
          <a:solidFill>
            <a:srgbClr val="E51F3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C4D7EE73-5970-2435-217B-A2CE4CDC9B99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2995613" y="1158875"/>
            <a:ext cx="400050" cy="98425"/>
          </a:xfrm>
          <a:prstGeom prst="rect">
            <a:avLst/>
          </a:prstGeom>
          <a:solidFill>
            <a:srgbClr val="0097A9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41499130-5365-2475-BA25-55BA56E6E035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3554413" y="2100263"/>
            <a:ext cx="1438275" cy="98425"/>
          </a:xfrm>
          <a:prstGeom prst="rect">
            <a:avLst/>
          </a:prstGeom>
          <a:solidFill>
            <a:srgbClr val="0097A9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1E806248-D918-977C-2203-A860650BFA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145588" y="5130800"/>
            <a:ext cx="1279525" cy="98425"/>
          </a:xfrm>
          <a:prstGeom prst="rect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B7EE0340-4686-BE69-1B23-D24EF3D221D9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995613" y="1473200"/>
            <a:ext cx="1198563" cy="98425"/>
          </a:xfrm>
          <a:prstGeom prst="rect">
            <a:avLst/>
          </a:prstGeom>
          <a:solidFill>
            <a:srgbClr val="0097A9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E0197200-F666-69AA-5CFE-E85978957292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10264775" y="5443538"/>
            <a:ext cx="398463" cy="98425"/>
          </a:xfrm>
          <a:prstGeom prst="rect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26837121-F779-D525-2278-92EC7FD4123E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3554413" y="1785938"/>
            <a:ext cx="1119188" cy="98425"/>
          </a:xfrm>
          <a:prstGeom prst="rect">
            <a:avLst/>
          </a:prstGeom>
          <a:solidFill>
            <a:srgbClr val="0097A9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CAE94834-FE1A-1BE0-2140-DD4002EB2FF3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10264775" y="5757863"/>
            <a:ext cx="398463" cy="98425"/>
          </a:xfrm>
          <a:prstGeom prst="rect">
            <a:avLst/>
          </a:prstGeom>
          <a:solidFill>
            <a:srgbClr val="009A4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3D8E2551-899A-0C60-68F0-76CC33F5F8B0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6910387" y="4086225"/>
            <a:ext cx="2076450" cy="98425"/>
          </a:xfrm>
          <a:prstGeom prst="rect">
            <a:avLst/>
          </a:prstGeom>
          <a:solidFill>
            <a:srgbClr val="E51F3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70A4F6-3438-F264-0D60-6F0BD3C6954F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4113212" y="2413000"/>
            <a:ext cx="1677988" cy="98425"/>
          </a:xfrm>
          <a:prstGeom prst="rect">
            <a:avLst/>
          </a:prstGeom>
          <a:solidFill>
            <a:srgbClr val="0097A9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F820B531-3DFA-0E8B-0B26-E0F556BC6D1A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3554413" y="3144838"/>
            <a:ext cx="2076450" cy="98425"/>
          </a:xfrm>
          <a:prstGeom prst="rect">
            <a:avLst/>
          </a:prstGeom>
          <a:solidFill>
            <a:srgbClr val="F47B81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AE7B7-476D-411E-209C-F4CF7ABCF671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992688" y="3771900"/>
            <a:ext cx="1357313" cy="98425"/>
          </a:xfrm>
          <a:prstGeom prst="rect">
            <a:avLst/>
          </a:prstGeom>
          <a:solidFill>
            <a:srgbClr val="E51F3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28" name="Right Bracket 627">
            <a:extLst>
              <a:ext uri="{FF2B5EF4-FFF2-40B4-BE49-F238E27FC236}">
                <a16:creationId xmlns:a16="http://schemas.microsoft.com/office/drawing/2014/main" id="{049D816C-826F-E358-BCCE-C9CBCEB420CC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 rot="5400000">
            <a:off x="6575425" y="5830888"/>
            <a:ext cx="107950" cy="560388"/>
          </a:xfrm>
          <a:prstGeom prst="rightBracket">
            <a:avLst>
              <a:gd name="adj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9" name="Isosceles Triangle 628">
            <a:extLst>
              <a:ext uri="{FF2B5EF4-FFF2-40B4-BE49-F238E27FC236}">
                <a16:creationId xmlns:a16="http://schemas.microsoft.com/office/drawing/2014/main" id="{3E0E4426-0809-BB97-4AEB-1916D2FA685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 rot="10800000">
            <a:off x="6523038" y="6164263"/>
            <a:ext cx="212725" cy="10795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4864A7E4-06A9-A77D-D1F8-2F613BEF303A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290638" y="1158875"/>
            <a:ext cx="585788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Risk Assessment</a:t>
            </a:r>
            <a:endParaRPr lang="en-AU" altLang="en-US" sz="700" dirty="0">
              <a:solidFill>
                <a:schemeClr val="tx1"/>
              </a:solidFill>
              <a:cs typeface="Segoe UI Semilight"/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3DEC24AC-CFB0-93F2-D884-AA25427F63E0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1290638" y="1473200"/>
            <a:ext cx="696913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  <a:cs typeface="Segoe UI Semilight" panose="020B0402040204020203" pitchFamily="34" charset="0"/>
              </a:rPr>
              <a:t>Planning Document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0FEA4CCB-D8B4-91A0-AA36-5CDD7AACDB2D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1290638" y="1785938"/>
            <a:ext cx="869950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700" dirty="0">
                <a:solidFill>
                  <a:schemeClr val="tx1"/>
                </a:solidFill>
                <a:cs typeface="Segoe UI Semilight"/>
              </a:rPr>
              <a:t>Lab Induction &amp; Training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63E2E9F-8439-22DB-18DB-85D5CC502969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90638" y="2100263"/>
            <a:ext cx="1644650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Research SLIPS, SHS, Porous PDMS production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E4F26-5654-AA0F-B610-80C4BF75B850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90639" y="2413000"/>
            <a:ext cx="627063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Literature Review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0E2D7B4C-4EBD-5FF3-F214-86570C05D9BB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290639" y="4086225"/>
            <a:ext cx="1128713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Final Testing &amp; Characterisation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81A1FCED-1582-2D81-E1D6-6DA7C0DEA0E5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1290639" y="5757863"/>
            <a:ext cx="454025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Presentation</a:t>
            </a: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5BFADD1-583E-DAE5-78E8-1FB0DBF82730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1290638" y="796925"/>
            <a:ext cx="2762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b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sz="1200" b="1" dirty="0">
                <a:solidFill>
                  <a:schemeClr val="tx1"/>
                </a:solidFill>
              </a:rPr>
              <a:t>Item</a:t>
            </a: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9D0621D6-6DF2-5CD6-F9ED-0E4090A08B1E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1290638" y="5130800"/>
            <a:ext cx="228600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Poster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CBD3BA3C-F469-FD36-0FE6-D4AF8B641D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1290638" y="4816475"/>
            <a:ext cx="525463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sz="700" dirty="0">
                <a:solidFill>
                  <a:schemeClr val="tx1"/>
                </a:solidFill>
              </a:rPr>
              <a:t>Report Writing</a:t>
            </a: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7EBF9AB8-FF59-1780-7889-7CD5B22E3D51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1290639" y="3144838"/>
            <a:ext cx="1096963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sz="700" dirty="0">
                <a:solidFill>
                  <a:schemeClr val="tx1"/>
                </a:solidFill>
              </a:rPr>
              <a:t>Develop detailed methodology</a:t>
            </a: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95C8C5ED-0B08-E5AA-1D40-879BE04F38BA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90638" y="4503738"/>
            <a:ext cx="471488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  <a:effectLst/>
              </a:rPr>
              <a:t>Data Analysis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2FE3878B-8B43-12B8-650F-081F0BC39DBA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1290638" y="5443538"/>
            <a:ext cx="1038225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Report Feedback &amp; Revisions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370A1414-80B7-AC04-AB2D-0AAC4CF3155A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290638" y="3459163"/>
            <a:ext cx="628650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Fabrication Phase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F557B4F0-2E26-7B57-30D8-A9FBB01F9B6E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1290639" y="2830513"/>
            <a:ext cx="669925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sz="700" dirty="0">
                <a:solidFill>
                  <a:schemeClr val="tx1"/>
                </a:solidFill>
              </a:rPr>
              <a:t>Ordering Materials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A35186-90AF-1374-C3A6-A650B6AC1B7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1290639" y="3771900"/>
            <a:ext cx="1325563" cy="1063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AU" altLang="en-US" sz="700" dirty="0">
                <a:solidFill>
                  <a:schemeClr val="tx1"/>
                </a:solidFill>
              </a:rPr>
              <a:t>Initial testing and iteration of process</a:t>
            </a:r>
            <a:endParaRPr lang="en-AU" sz="700" dirty="0">
              <a:solidFill>
                <a:schemeClr val="tx1"/>
              </a:solidFill>
            </a:endParaRPr>
          </a:p>
        </p:txBody>
      </p:sp>
      <p:sp>
        <p:nvSpPr>
          <p:cNvPr id="646" name="Text Placeholder 18">
            <a:extLst>
              <a:ext uri="{FF2B5EF4-FFF2-40B4-BE49-F238E27FC236}">
                <a16:creationId xmlns:a16="http://schemas.microsoft.com/office/drawing/2014/main" id="{C4CA571C-1342-D39F-0C13-14A607B2F836}"/>
              </a:ext>
            </a:extLst>
          </p:cNvPr>
          <p:cNvSpPr>
            <a:spLocks noGrp="1"/>
          </p:cNvSpPr>
          <p:nvPr>
            <p:custDataLst>
              <p:tags r:id="rId83"/>
            </p:custDataLst>
          </p:nvPr>
        </p:nvSpPr>
        <p:spPr bwMode="auto">
          <a:xfrm>
            <a:off x="6016625" y="6289675"/>
            <a:ext cx="1227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AU" altLang="en-US" sz="1200" dirty="0">
                <a:effectLst/>
                <a:cs typeface="+mn-cs"/>
              </a:rPr>
              <a:t>Mid Semester Break</a:t>
            </a:r>
            <a:endParaRPr lang="en-AU" sz="1200" noProof="0" dirty="0">
              <a:cs typeface="+mn-cs"/>
            </a:endParaRPr>
          </a:p>
        </p:txBody>
      </p:sp>
      <p:pic>
        <p:nvPicPr>
          <p:cNvPr id="1026" name="Picture 2" descr="Griffith University - Wikipedia">
            <a:extLst>
              <a:ext uri="{FF2B5EF4-FFF2-40B4-BE49-F238E27FC236}">
                <a16:creationId xmlns:a16="http://schemas.microsoft.com/office/drawing/2014/main" id="{9B9BC19B-C33B-C72E-3C05-C3468B980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9681" y="44076"/>
            <a:ext cx="531644" cy="49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4" name="Rectangle 1173">
            <a:extLst>
              <a:ext uri="{FF2B5EF4-FFF2-40B4-BE49-F238E27FC236}">
                <a16:creationId xmlns:a16="http://schemas.microsoft.com/office/drawing/2014/main" id="{44D71767-1331-980C-1D4B-F472744FC249}"/>
              </a:ext>
            </a:extLst>
          </p:cNvPr>
          <p:cNvSpPr/>
          <p:nvPr/>
        </p:nvSpPr>
        <p:spPr bwMode="gray">
          <a:xfrm>
            <a:off x="544513" y="1003299"/>
            <a:ext cx="685800" cy="1665273"/>
          </a:xfrm>
          <a:prstGeom prst="rect">
            <a:avLst/>
          </a:prstGeom>
          <a:solidFill>
            <a:srgbClr val="007986"/>
          </a:solidFill>
          <a:ln w="19050" algn="ctr">
            <a:noFill/>
            <a:miter lim="800000"/>
            <a:headEnd/>
            <a:tailEnd/>
          </a:ln>
        </p:spPr>
        <p:txBody>
          <a:bodyPr vert="vert270"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AU" sz="800" b="1" dirty="0">
                <a:solidFill>
                  <a:schemeClr val="bg1"/>
                </a:solidFill>
              </a:rPr>
              <a:t>Research &amp; Planning</a:t>
            </a:r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C655B13A-4466-6237-534C-EF8D88F7888F}"/>
              </a:ext>
            </a:extLst>
          </p:cNvPr>
          <p:cNvSpPr/>
          <p:nvPr/>
        </p:nvSpPr>
        <p:spPr bwMode="gray">
          <a:xfrm>
            <a:off x="544513" y="2670164"/>
            <a:ext cx="685800" cy="1677999"/>
          </a:xfrm>
          <a:prstGeom prst="rect">
            <a:avLst/>
          </a:prstGeom>
          <a:solidFill>
            <a:srgbClr val="A11321"/>
          </a:solidFill>
          <a:ln w="19050" algn="ctr">
            <a:noFill/>
            <a:miter lim="800000"/>
            <a:headEnd/>
            <a:tailEnd/>
          </a:ln>
        </p:spPr>
        <p:txBody>
          <a:bodyPr vert="vert270"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AU" sz="800" b="1" dirty="0">
                <a:solidFill>
                  <a:schemeClr val="bg1"/>
                </a:solidFill>
              </a:rPr>
              <a:t>Fabrication &amp; Testing</a:t>
            </a:r>
          </a:p>
        </p:txBody>
      </p: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BD3BE089-031F-CBCB-C610-F67395197510}"/>
              </a:ext>
            </a:extLst>
          </p:cNvPr>
          <p:cNvSpPr/>
          <p:nvPr/>
        </p:nvSpPr>
        <p:spPr bwMode="gray">
          <a:xfrm>
            <a:off x="544513" y="4340208"/>
            <a:ext cx="685800" cy="1678001"/>
          </a:xfrm>
          <a:prstGeom prst="rect">
            <a:avLst/>
          </a:prstGeom>
          <a:solidFill>
            <a:srgbClr val="005024"/>
          </a:solidFill>
          <a:ln w="19050" algn="ctr">
            <a:noFill/>
            <a:miter lim="800000"/>
            <a:headEnd/>
            <a:tailEnd/>
          </a:ln>
        </p:spPr>
        <p:txBody>
          <a:bodyPr vert="vert270"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AU" sz="800" b="1" dirty="0">
                <a:solidFill>
                  <a:schemeClr val="bg1"/>
                </a:solidFill>
              </a:rPr>
              <a:t>Report Findings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3428429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2.43900000000000005684E+00&quot;&gt;&lt;m_msothmcolidx val=&quot;0&quot;/&gt;&lt;m_rgb r=&quot;E5&quot; g=&quot;1F&quot; b=&quot;30&quot;/&gt;&lt;/elem&gt;&lt;elem m_fUsage=&quot;1.00000000000000000000E+00&quot;&gt;&lt;m_msothmcolidx val=&quot;0&quot;/&gt;&lt;m_rgb r=&quot;E9&quot; g=&quot;ED&quot; b=&quot;FE&quot;/&gt;&lt;/elem&gt;&lt;elem m_fUsage=&quot;6.56100000000000127542E-01&quot;&gt;&lt;m_msothmcolidx val=&quot;0&quot;/&gt;&lt;m_rgb r=&quot;F4&quot; g=&quot;7B&quot; b=&quot;81&quot;/&gt;&lt;/elem&gt;&lt;elem m_fUsage=&quot;5.90490000000000181402E-01&quot;&gt;&lt;m_msothmcolidx val=&quot;0&quot;/&gt;&lt;m_rgb r=&quot;FA&quot; g=&quot;CB&quot; b=&quot;FA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niJg6Ti9kv6tzGlWfg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vaFIMevjF6MhtglhWHy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oLtNLwvtmGmIyka.lmy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aRlMGvjPxyMxmkWO_Z8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WBsTz0BM50PKcQkfYF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cjXaS352u3Xe4dL1L2p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kVi5XyTbyGJ01u62OC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LPxKZZ6vCWV7OzrmfCkc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bhovzEZcVYKXaNpJtps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hJ6Y8QwkXxUktAGpoIy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8smH9mMEuo23SzGiWvGQ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.lkXUjSysT21.lTVQJI1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qcMUvVFgYi6VzYdiVq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4dr2TR_UiM6PcO8xEel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HUD2XmI68ViJke0ftHP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1GbKe7PcIbHrQJhZ4A9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MyZmNvSB2iWXdy.6HCf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LL5laaKC.IApTXCTSoGq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mKfZEkGDc4iLgAJMKaq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HoH9wjkLPAi93tEbcY.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7HxI6N3PHeF7vIuvdOv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HWhipXPftCOIfliaEEA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pM_Zai.YBSpkEqzmYu0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eGoWfq_mLhyqJ6ClmRS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7Vllgj3HPrrBbSXdN1ML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m_uApXz2B1HKktFKle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1NLpkwo1ipUK.yviArN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ytI.rE0ECiNKTk5DhnV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7HKCOiL6J4DJfxrR4rGM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6shEwUJpCQnsD2qM2V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v23.ZbvICyeFy2YMQdO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lWppqUE7dTJT7G_OaG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6NNa3tfz27zc9FxZXfj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NVMpfd1ylTDwWqPGzUz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5vw7SrlXS7yNDInv.A_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1YdUvxnz_ag.kLCs423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RceUqpveQNIfa135ozql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ph2peAL4rvHK4OqAiOk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hwsfT2XGzM2wc5Lo4mO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xi44HTdB_aT_cIeeQoV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e9vhUFlO2.kOFotXt4m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UVc.YASorp7iG2W65oh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PgG453vjsyiwwz1S28b3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Hbr5nkUXKSQUXBo3ySy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5xkbNAvBjC3CscVawUlU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CPlUIjJNqNrnjG7tdwg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uJuOBdvYAdkvrm5STIb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vcbc.jtzV0xV2POMYmb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1Nmla7eaUeB_oBw8_Kz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7NkZPY5ScOL9IqLr2IWP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epy_d4TKFEjZY0FUX.k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4ojKYrm5lgBNtglPL7m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_2hYgYXv15ayzdLPwM7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yY2YOrC_3GmYmwf3xl5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7PIjAQMNo8H9hhQIuSp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xAhrjN.0YeT_WjbTCsBc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C_8rZQW_VpPBFo7lyx3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gU01uMsGWDIza8GMu2O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zOO1yM2F7pg.Czlr6i6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utfIK5ch6CH5dYaCJSu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SeLc1vQQYyGKs00mGER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7K3MlLA2lRqdZDoV1.zI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kqizTGHW.cHBp_tvGZd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jLflCdeVChdJYvzxYxP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eBUPC5wHYYbs7kiLDeu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7DJar1J.sVz2onpMZB5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AVi8pRcqy_0qI5AsDMK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ReAee0En7pTTisbqqMC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i5DSTWc5lFUYrx1caDF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PBuZL48gmQTtkvyh.pj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.McsK4nC4I3qjDNZkgDR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J_xlkvLjA8duS6GC6L8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grHF9PkGLk.6xPzBdC_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MfYqU7py85I_ymbyBJl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UEe12rYusQOD1JAMeJ.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2dqCYQM0OsSedVteUMhg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GlaK7W42_QXbOEPxTbQ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M5vZ2zQ3MoIdSTekkNL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KlMDM2G8HKMNbrcKTGs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3twY5vW0VOSYhCzr3lCg"/>
</p:tagLst>
</file>

<file path=ppt/theme/theme1.xml><?xml version="1.0" encoding="utf-8"?>
<a:theme xmlns:a="http://schemas.openxmlformats.org/drawingml/2006/main" name="1_Deloitte Brand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loitt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/>
      <a:lstStyle>
        <a:defPPr algn="l">
          <a:defRPr dirty="0" smtClean="0">
            <a:solidFill>
              <a:schemeClr val="accent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Dynamic" id="{15D268B6-DA84-4D4B-97DB-51CEF4F83D45}" vid="{EC86E2AD-1981-2A40-8E22-3459B2F3C5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16A684F50F9644ADA7186C7FA154E4" ma:contentTypeVersion="19" ma:contentTypeDescription="Create a new document." ma:contentTypeScope="" ma:versionID="512e4806d3313dc0b8e0d4e8c43aab6d">
  <xsd:schema xmlns:xsd="http://www.w3.org/2001/XMLSchema" xmlns:xs="http://www.w3.org/2001/XMLSchema" xmlns:p="http://schemas.microsoft.com/office/2006/metadata/properties" xmlns:ns2="adc6f7d2-2fd4-4c58-add3-50ea831b733c" xmlns:ns3="fe0e463f-46c1-4b5a-aeae-2e65b5901510" targetNamespace="http://schemas.microsoft.com/office/2006/metadata/properties" ma:root="true" ma:fieldsID="f2601e98e476e37259289359d6fa58a2" ns2:_="" ns3:_="">
    <xsd:import namespace="adc6f7d2-2fd4-4c58-add3-50ea831b733c"/>
    <xsd:import namespace="fe0e463f-46c1-4b5a-aeae-2e65b590151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Picture" minOccurs="0"/>
                <xsd:element ref="ns3:Hyperlink" minOccurs="0"/>
                <xsd:element ref="ns3:MediaServiceAutoKeyPoints" minOccurs="0"/>
                <xsd:element ref="ns3:MediaServiceKeyPoints" minOccurs="0"/>
                <xsd:element ref="ns3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6f7d2-2fd4-4c58-add3-50ea831b733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e463f-46c1-4b5a-aeae-2e65b59015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Picture" ma:index="18" nillable="true" ma:displayName="Picture" ma:format="Image" ma:internalName="Pictur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Hyperlink" ma:index="19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SlideTemplateConfiguration><![CDATA[{"slideVersion":1,"isValidatorEnabled":false,"isLocked":false,"elementsMetadata":[],"slideId":"877070410453614593","enableDocumentContentUpdater":false,"version":"2.0"}]]></TemplafySlideTemplateConfigur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FormConfiguration><![CDATA[{"formFields":[],"formDataEntries":[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TemplateConfiguration><![CDATA[{"elementsMetadata":[{"type":"shape","id":"41ce3fed-8b7f-4115-b575-3a06e22c19bc","elementConfiguration":{"inheritDimensions":"{{InheritDimensions.InheritNone}}","width":"6.35 cm","height":"","image":"{{DataSources.LegalEntitiesDisclaimersLogoNames[UserProfile.CompanyName].Pp_LogoBlack.Image}}","visibility":"","type":"image","disableUpdates":false}}],"transformationConfigurations":[],"templateName":"Blank - MAR 23 (1)","templateDescription":"","enableDocumentContentUpdater":false,"version":"2.0"}]]></TemplafyTemplate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icture xmlns="fe0e463f-46c1-4b5a-aeae-2e65b5901510">
      <Url xsi:nil="true"/>
      <Description xsi:nil="true"/>
    </Picture>
    <Hyperlink xmlns="fe0e463f-46c1-4b5a-aeae-2e65b5901510">
      <Url xsi:nil="true"/>
      <Description xsi:nil="true"/>
    </Hyperlink>
    <_Flow_SignoffStatus xmlns="fe0e463f-46c1-4b5a-aeae-2e65b5901510" xsi:nil="true"/>
  </documentManagement>
</p:properties>
</file>

<file path=customXml/itemProps1.xml><?xml version="1.0" encoding="utf-8"?>
<ds:datastoreItem xmlns:ds="http://schemas.openxmlformats.org/officeDocument/2006/customXml" ds:itemID="{8EFC3933-07C9-45EA-BC42-AE32A536FD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6f7d2-2fd4-4c58-add3-50ea831b733c"/>
    <ds:schemaRef ds:uri="fe0e463f-46c1-4b5a-aeae-2e65b59015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356DDC-F25C-4857-8D90-754A31B519A4}">
  <ds:schemaRefs/>
</ds:datastoreItem>
</file>

<file path=customXml/itemProps3.xml><?xml version="1.0" encoding="utf-8"?>
<ds:datastoreItem xmlns:ds="http://schemas.openxmlformats.org/officeDocument/2006/customXml" ds:itemID="{241FAD37-CBC6-4152-BC34-870523F349A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9B2E489-14E1-4569-8E2E-8283F3B95211}">
  <ds:schemaRefs/>
</ds:datastoreItem>
</file>

<file path=customXml/itemProps5.xml><?xml version="1.0" encoding="utf-8"?>
<ds:datastoreItem xmlns:ds="http://schemas.openxmlformats.org/officeDocument/2006/customXml" ds:itemID="{EB8A3F87-64D3-4A68-BB3D-E16B091EAEBB}">
  <ds:schemaRefs/>
</ds:datastoreItem>
</file>

<file path=customXml/itemProps6.xml><?xml version="1.0" encoding="utf-8"?>
<ds:datastoreItem xmlns:ds="http://schemas.openxmlformats.org/officeDocument/2006/customXml" ds:itemID="{5A2EEEC2-9B46-41D4-B804-942DE12D7F3C}">
  <ds:schemaRefs/>
</ds:datastoreItem>
</file>

<file path=customXml/itemProps7.xml><?xml version="1.0" encoding="utf-8"?>
<ds:datastoreItem xmlns:ds="http://schemas.openxmlformats.org/officeDocument/2006/customXml" ds:itemID="{97D24F8D-9FB5-4E43-9A7D-9FC28E7756E5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da24b63-c002-46c2-b8a5-f2329012e845"/>
    <ds:schemaRef ds:uri="http://schemas.microsoft.com/office/infopath/2007/PartnerControls"/>
    <ds:schemaRef ds:uri="6f970924-b915-492e-bfdb-ebbb49cca1e0"/>
    <ds:schemaRef ds:uri="http://www.w3.org/XML/1998/namespace"/>
    <ds:schemaRef ds:uri="http://purl.org/dc/dcmitype/"/>
    <ds:schemaRef ds:uri="fe0e463f-46c1-4b5a-aeae-2e65b5901510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Deloitte_16_9_Onscreen_Dynamic</Template>
  <TotalTime>1400</TotalTime>
  <Words>73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 Semilight</vt:lpstr>
      <vt:lpstr>Verdana</vt:lpstr>
      <vt:lpstr>Wingdings 2</vt:lpstr>
      <vt:lpstr>1_Deloitte Brand 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heading in Calibri  Light Green that can be up to  three lines of text</dc:title>
  <dc:creator>Deloitte AUS</dc:creator>
  <cp:lastModifiedBy>David Gibbon</cp:lastModifiedBy>
  <cp:revision>43</cp:revision>
  <dcterms:created xsi:type="dcterms:W3CDTF">2025-02-25T22:07:27Z</dcterms:created>
  <dcterms:modified xsi:type="dcterms:W3CDTF">2025-03-26T22:56:30Z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0x010100DE16A684F50F9644ADA7186C7FA154E4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2021-01-11T01:48:15Z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0037cb6b-6802-490e-aecf-c2dc124682b1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SIP_Label_459ef8e5-3aaa-41a0-b30c-a77b6f506147_Enabled">
    <vt:lpwstr>true</vt:lpwstr>
  </property>
  <property fmtid="{D5CDD505-2E9C-101B-9397-08002B2CF9AE}" pid="11" name="MSIP_Label_459ef8e5-3aaa-41a0-b30c-a77b6f506147_SetDate">
    <vt:lpwstr>2024-03-27T18:20:16Z</vt:lpwstr>
  </property>
  <property fmtid="{D5CDD505-2E9C-101B-9397-08002B2CF9AE}" pid="12" name="MSIP_Label_459ef8e5-3aaa-41a0-b30c-a77b6f506147_Method">
    <vt:lpwstr>Standard</vt:lpwstr>
  </property>
  <property fmtid="{D5CDD505-2E9C-101B-9397-08002B2CF9AE}" pid="13" name="MSIP_Label_459ef8e5-3aaa-41a0-b30c-a77b6f506147_Name">
    <vt:lpwstr>Internal</vt:lpwstr>
  </property>
  <property fmtid="{D5CDD505-2E9C-101B-9397-08002B2CF9AE}" pid="14" name="MSIP_Label_459ef8e5-3aaa-41a0-b30c-a77b6f506147_SiteId">
    <vt:lpwstr>9343c96b-27bb-4092-add6-977870612481</vt:lpwstr>
  </property>
  <property fmtid="{D5CDD505-2E9C-101B-9397-08002B2CF9AE}" pid="15" name="MSIP_Label_459ef8e5-3aaa-41a0-b30c-a77b6f506147_ActionId">
    <vt:lpwstr>edaa59d5-6176-4539-ae38-65c2e9795bb3</vt:lpwstr>
  </property>
  <property fmtid="{D5CDD505-2E9C-101B-9397-08002B2CF9AE}" pid="16" name="MSIP_Label_459ef8e5-3aaa-41a0-b30c-a77b6f506147_ContentBits">
    <vt:lpwstr>0</vt:lpwstr>
  </property>
  <property fmtid="{D5CDD505-2E9C-101B-9397-08002B2CF9AE}" pid="17" name="TemplafyTimeStamp">
    <vt:lpwstr>2024-03-27T18:20:34</vt:lpwstr>
  </property>
  <property fmtid="{D5CDD505-2E9C-101B-9397-08002B2CF9AE}" pid="18" name="TemplafyTenantId">
    <vt:lpwstr>deloitteaus</vt:lpwstr>
  </property>
  <property fmtid="{D5CDD505-2E9C-101B-9397-08002B2CF9AE}" pid="19" name="TemplafyTemplateId">
    <vt:lpwstr>877070392616812548</vt:lpwstr>
  </property>
  <property fmtid="{D5CDD505-2E9C-101B-9397-08002B2CF9AE}" pid="20" name="TemplafyUserProfileId">
    <vt:lpwstr>1020896297472753667</vt:lpwstr>
  </property>
  <property fmtid="{D5CDD505-2E9C-101B-9397-08002B2CF9AE}" pid="21" name="TemplafyLanguageCode">
    <vt:lpwstr>en-AU</vt:lpwstr>
  </property>
  <property fmtid="{D5CDD505-2E9C-101B-9397-08002B2CF9AE}" pid="22" name="TemplafyFromBlank">
    <vt:bool>true</vt:bool>
  </property>
</Properties>
</file>